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715000" type="screen16x10"/>
  <p:notesSz cx="6858000" cy="9144000"/>
  <p:defaultTextStyle>
    <a:defPPr>
      <a:defRPr lang="de-DE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6E"/>
    <a:srgbClr val="FFFFFF"/>
    <a:srgbClr val="E87F2B"/>
    <a:srgbClr val="343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9" autoAdjust="0"/>
    <p:restoredTop sz="94672"/>
  </p:normalViewPr>
  <p:slideViewPr>
    <p:cSldViewPr snapToGrid="0" snapToObjects="1">
      <p:cViewPr varScale="1">
        <p:scale>
          <a:sx n="151" d="100"/>
          <a:sy n="151" d="100"/>
        </p:scale>
        <p:origin x="282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41" d="100"/>
          <a:sy n="141" d="100"/>
        </p:scale>
        <p:origin x="416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B9BCDCB-4950-6B49-98F8-5163D86879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413C4A-08E9-E043-992E-D38493A307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01536-F3C7-084C-BDD8-0D64C1E733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AC57A-EF17-CE46-94E4-322A8AC05D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32845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9F00C-EC20-3944-A0C7-901FF2210DE7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2A83A-B71F-BC4B-BEFC-254C1BBE68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04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40732"/>
            <a:ext cx="6858000" cy="93385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i="0">
                <a:solidFill>
                  <a:schemeClr val="bg1"/>
                </a:solidFill>
                <a:latin typeface="Univers" panose="020B060302020203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9FB134B-2DD4-1F45-B80F-508018A549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70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135" y="1371600"/>
            <a:ext cx="7548486" cy="3775869"/>
          </a:xfr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arenBoth"/>
              <a:defRPr sz="1800">
                <a:latin typeface="Univers Medium" panose="020B0603020202030204" pitchFamily="34" charset="0"/>
              </a:defRPr>
            </a:lvl1pPr>
            <a:lvl2pPr marL="342900" indent="0">
              <a:lnSpc>
                <a:spcPct val="100000"/>
              </a:lnSpc>
              <a:buFont typeface="+mj-lt"/>
              <a:buNone/>
              <a:defRPr>
                <a:latin typeface="Univers Medium" panose="020B0603020202030204" pitchFamily="34" charset="0"/>
              </a:defRPr>
            </a:lvl2pPr>
            <a:lvl3pPr marL="1028700" indent="-342900">
              <a:buFont typeface="+mj-lt"/>
              <a:buAutoNum type="arabicParenBoth"/>
              <a:defRPr sz="1600">
                <a:latin typeface="Univers Medium" panose="020B0603020202030204" pitchFamily="34" charset="0"/>
              </a:defRPr>
            </a:lvl3pPr>
            <a:lvl4pPr marL="1371600" indent="-342900">
              <a:buFont typeface="+mj-lt"/>
              <a:buAutoNum type="arabicParenBoth"/>
              <a:defRPr sz="1400">
                <a:latin typeface="Univers Medium" panose="020B0603020202030204" pitchFamily="34" charset="0"/>
              </a:defRPr>
            </a:lvl4pPr>
            <a:lvl5pPr marL="1371600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0"/>
            <a:r>
              <a:rPr lang="de-DE" dirty="0"/>
              <a:t>Mastertextformat bearbeiten</a:t>
            </a:r>
          </a:p>
          <a:p>
            <a:pPr lvl="0"/>
            <a:r>
              <a:rPr lang="de-DE" dirty="0"/>
              <a:t>Mastertextformat bearbeiten</a:t>
            </a:r>
          </a:p>
          <a:p>
            <a:pPr lvl="0"/>
            <a:r>
              <a:rPr lang="de-DE" dirty="0"/>
              <a:t>Mastertextformat bearbeiten</a:t>
            </a:r>
          </a:p>
          <a:p>
            <a:pPr lvl="0"/>
            <a:endParaRPr lang="de-DE" dirty="0"/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505196-EB78-E14F-863B-B4FC39B7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35" y="487179"/>
            <a:ext cx="7548485" cy="776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rgbClr val="00416E"/>
                </a:solidFill>
                <a:latin typeface="Univers" panose="020B060302020203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978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135" y="487179"/>
            <a:ext cx="7548485" cy="776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rgbClr val="00416E"/>
                </a:solidFill>
                <a:latin typeface="Univers" panose="020B060302020203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135" y="1371600"/>
            <a:ext cx="7548486" cy="37758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Univers Medium" panose="020B060302020203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88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135" y="974362"/>
            <a:ext cx="7548486" cy="417310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Univers Medium" panose="020B060302020203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48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135" y="1371600"/>
            <a:ext cx="7548486" cy="3775869"/>
          </a:xfrm>
        </p:spPr>
        <p:txBody>
          <a:bodyPr/>
          <a:lstStyle>
            <a:lvl1pPr>
              <a:lnSpc>
                <a:spcPct val="100000"/>
              </a:lnSpc>
              <a:defRPr sz="2000">
                <a:latin typeface="Univers Medium" panose="020B0603020202030204" pitchFamily="34" charset="0"/>
              </a:defRPr>
            </a:lvl1pPr>
            <a:lvl2pPr>
              <a:lnSpc>
                <a:spcPct val="100000"/>
              </a:lnSpc>
              <a:defRPr sz="1800">
                <a:latin typeface="Univers Medium" panose="020B0603020202030204" pitchFamily="34" charset="0"/>
              </a:defRPr>
            </a:lvl2pPr>
            <a:lvl3pPr>
              <a:lnSpc>
                <a:spcPct val="100000"/>
              </a:lnSpc>
              <a:defRPr sz="1600">
                <a:latin typeface="Univers Medium" panose="020B0603020202030204" pitchFamily="34" charset="0"/>
              </a:defRPr>
            </a:lvl3pPr>
            <a:lvl4pPr>
              <a:lnSpc>
                <a:spcPct val="100000"/>
              </a:lnSpc>
              <a:defRPr sz="1400">
                <a:latin typeface="Univers Medium" panose="020B0603020202030204" pitchFamily="34" charset="0"/>
              </a:defRPr>
            </a:lvl4pPr>
            <a:lvl5pPr marL="1371600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505196-EB78-E14F-863B-B4FC39B7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35" y="487179"/>
            <a:ext cx="7548485" cy="776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rgbClr val="00416E"/>
                </a:solidFill>
                <a:latin typeface="Univers" panose="020B060302020203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1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EEBC8623-86FF-6B42-8AF5-CAD078CB1A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819"/>
          <a:stretch/>
        </p:blipFill>
        <p:spPr>
          <a:xfrm>
            <a:off x="0" y="0"/>
            <a:ext cx="815464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858" y="1732077"/>
            <a:ext cx="7886700" cy="23772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rgbClr val="00416E"/>
                </a:solidFill>
                <a:latin typeface="Univers Medium" panose="020B060302020203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858" y="4131848"/>
            <a:ext cx="7886700" cy="799916"/>
          </a:xfrm>
        </p:spPr>
        <p:txBody>
          <a:bodyPr/>
          <a:lstStyle>
            <a:lvl1pPr marL="0" indent="0">
              <a:buNone/>
              <a:defRPr sz="1800">
                <a:solidFill>
                  <a:srgbClr val="343433"/>
                </a:solidFill>
                <a:latin typeface="Univers Medium" panose="020B0603020202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B40283F-122A-F74E-9A63-86F4FF752016}"/>
              </a:ext>
            </a:extLst>
          </p:cNvPr>
          <p:cNvSpPr/>
          <p:nvPr userDrawn="1"/>
        </p:nvSpPr>
        <p:spPr>
          <a:xfrm>
            <a:off x="7967272" y="5156616"/>
            <a:ext cx="1176728" cy="558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12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1135" y="1371600"/>
            <a:ext cx="3681022" cy="3775869"/>
          </a:xfrm>
        </p:spPr>
        <p:txBody>
          <a:bodyPr/>
          <a:lstStyle>
            <a:lvl1pPr>
              <a:lnSpc>
                <a:spcPct val="100000"/>
              </a:lnSpc>
              <a:defRPr sz="2000">
                <a:latin typeface="Univers Medium" panose="020B0603020202030204" pitchFamily="34" charset="0"/>
              </a:defRPr>
            </a:lvl1pPr>
            <a:lvl2pPr>
              <a:lnSpc>
                <a:spcPct val="100000"/>
              </a:lnSpc>
              <a:defRPr>
                <a:latin typeface="Univers Medium" panose="020B0603020202030204" pitchFamily="34" charset="0"/>
              </a:defRPr>
            </a:lvl2pPr>
            <a:lvl3pPr>
              <a:lnSpc>
                <a:spcPct val="100000"/>
              </a:lnSpc>
              <a:defRPr sz="1600">
                <a:latin typeface="Univers Medium" panose="020B0603020202030204" pitchFamily="34" charset="0"/>
              </a:defRPr>
            </a:lvl3pPr>
            <a:lvl4pPr>
              <a:lnSpc>
                <a:spcPct val="100000"/>
              </a:lnSpc>
              <a:defRPr sz="1400">
                <a:latin typeface="Univers Medium" panose="020B0603020202030204" pitchFamily="34" charset="0"/>
              </a:defRPr>
            </a:lvl4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8597" y="1371600"/>
            <a:ext cx="3681023" cy="3775869"/>
          </a:xfrm>
        </p:spPr>
        <p:txBody>
          <a:bodyPr/>
          <a:lstStyle>
            <a:lvl1pPr>
              <a:lnSpc>
                <a:spcPct val="100000"/>
              </a:lnSpc>
              <a:defRPr sz="2000">
                <a:latin typeface="Univers Medium" panose="020B0603020202030204" pitchFamily="34" charset="0"/>
              </a:defRPr>
            </a:lvl1pPr>
            <a:lvl2pPr>
              <a:lnSpc>
                <a:spcPct val="100000"/>
              </a:lnSpc>
              <a:defRPr>
                <a:latin typeface="Univers Medium" panose="020B0603020202030204" pitchFamily="34" charset="0"/>
              </a:defRPr>
            </a:lvl2pPr>
            <a:lvl3pPr>
              <a:lnSpc>
                <a:spcPct val="100000"/>
              </a:lnSpc>
              <a:defRPr sz="1600">
                <a:latin typeface="Univers Medium" panose="020B0603020202030204" pitchFamily="34" charset="0"/>
              </a:defRPr>
            </a:lvl3pPr>
            <a:lvl4pPr>
              <a:lnSpc>
                <a:spcPct val="100000"/>
              </a:lnSpc>
              <a:defRPr sz="1400">
                <a:latin typeface="Univers Medium" panose="020B0603020202030204" pitchFamily="34" charset="0"/>
              </a:defRPr>
            </a:lvl4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EA033B-3A84-D942-8AD2-87EB2BB6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35" y="487179"/>
            <a:ext cx="7548485" cy="776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rgbClr val="00416E"/>
                </a:solidFill>
                <a:latin typeface="Univers" panose="020B060302020203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90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1135" y="1371599"/>
            <a:ext cx="7548486" cy="377587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latin typeface="Univers Medium" panose="020B0603020202030204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EC2A250-38A2-BB42-A93A-B5F4722C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35" y="487179"/>
            <a:ext cx="7548485" cy="776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rgbClr val="00416E"/>
                </a:solidFill>
                <a:latin typeface="Univers" panose="020B060302020203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2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Erklärung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10067" y="1371599"/>
            <a:ext cx="4489554" cy="377587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latin typeface="Univers Medium" panose="020B0603020202030204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135" y="1371600"/>
            <a:ext cx="2927884" cy="37758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Univers Medium" panose="020B060302020203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dirty="0"/>
              <a:t>Mastertextformat bearbeiten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EC2A250-38A2-BB42-A93A-B5F4722C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35" y="487179"/>
            <a:ext cx="7548485" cy="776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rgbClr val="00416E"/>
                </a:solidFill>
                <a:latin typeface="Univers" panose="020B060302020203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8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6AF88E-123A-AE41-993D-62D14AFBA04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846945" y="524656"/>
            <a:ext cx="3530183" cy="1986198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latin typeface="Univers Medium" panose="020B0603020202030204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A9A1BA7-475E-A041-A84D-CEC7D9EC94B2}"/>
              </a:ext>
            </a:extLst>
          </p:cNvPr>
          <p:cNvSpPr>
            <a:spLocks noGrp="1" noChangeAspect="1"/>
          </p:cNvSpPr>
          <p:nvPr>
            <p:ph type="pic" idx="10"/>
          </p:nvPr>
        </p:nvSpPr>
        <p:spPr>
          <a:xfrm>
            <a:off x="846945" y="2953062"/>
            <a:ext cx="3530183" cy="1986198"/>
          </a:xfrm>
        </p:spPr>
        <p:txBody>
          <a:bodyPr anchor="t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Univers Medium" panose="020B0603020202030204" pitchFamily="34" charset="0"/>
                <a:ea typeface="+mn-ea"/>
                <a:cs typeface="+mn-cs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73E15AC-5851-6B46-A818-10CB13395ECC}"/>
              </a:ext>
            </a:extLst>
          </p:cNvPr>
          <p:cNvSpPr>
            <a:spLocks noGrp="1" noChangeAspect="1"/>
          </p:cNvSpPr>
          <p:nvPr>
            <p:ph type="pic" idx="11"/>
          </p:nvPr>
        </p:nvSpPr>
        <p:spPr>
          <a:xfrm>
            <a:off x="4609475" y="524656"/>
            <a:ext cx="3530183" cy="1986198"/>
          </a:xfrm>
        </p:spPr>
        <p:txBody>
          <a:bodyPr anchor="t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Univers Medium" panose="020B0603020202030204" pitchFamily="34" charset="0"/>
                <a:ea typeface="+mn-ea"/>
                <a:cs typeface="+mn-cs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32622BB-150B-8141-B892-686B4BC682DC}"/>
              </a:ext>
            </a:extLst>
          </p:cNvPr>
          <p:cNvSpPr>
            <a:spLocks noGrp="1" noChangeAspect="1"/>
          </p:cNvSpPr>
          <p:nvPr>
            <p:ph type="pic" idx="12"/>
          </p:nvPr>
        </p:nvSpPr>
        <p:spPr>
          <a:xfrm>
            <a:off x="4609475" y="2953062"/>
            <a:ext cx="3530183" cy="1986198"/>
          </a:xfrm>
        </p:spPr>
        <p:txBody>
          <a:bodyPr anchor="t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Univers Medium" panose="020B0603020202030204" pitchFamily="34" charset="0"/>
                <a:ea typeface="+mn-ea"/>
                <a:cs typeface="+mn-cs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3FEDD9A-BCAD-8944-BEE5-AC8452EDA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6944" y="2600791"/>
            <a:ext cx="3530183" cy="269823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rgbClr val="343433"/>
                </a:solidFill>
                <a:latin typeface="Univers Medium" panose="020B060302020203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dirty="0"/>
              <a:t>Mastertextformat bearbeiten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ADF0B0-F526-4D44-BB00-2354E38BB7D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09474" y="2600791"/>
            <a:ext cx="3530183" cy="269823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rgbClr val="343433"/>
                </a:solidFill>
                <a:latin typeface="Univers Medium" panose="020B060302020203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dirty="0"/>
              <a:t>Mastertextformat bearbeiten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7B1673F-F170-AF41-B3E2-EF14B2A8A90E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846944" y="5021708"/>
            <a:ext cx="3530183" cy="269823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rgbClr val="343433"/>
                </a:solidFill>
                <a:latin typeface="Univers Medium" panose="020B060302020203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dirty="0"/>
              <a:t>Mastertextformat bearbeiten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507E694-DBB1-1947-A92C-9F88E5C984A2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609474" y="5021708"/>
            <a:ext cx="3530183" cy="269823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rgbClr val="343433"/>
                </a:solidFill>
                <a:latin typeface="Univers Medium" panose="020B060302020203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dirty="0"/>
              <a:t>Mastertextformat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84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5DCECD2D-354A-214A-82A8-85822346FCE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C408DB9-427D-6C4F-9A3C-FF6D04D4987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700372E-F62A-1F44-856C-792DF25EBEF5}"/>
              </a:ext>
            </a:extLst>
          </p:cNvPr>
          <p:cNvSpPr/>
          <p:nvPr userDrawn="1"/>
        </p:nvSpPr>
        <p:spPr>
          <a:xfrm flipH="1">
            <a:off x="8336111" y="0"/>
            <a:ext cx="487180" cy="509666"/>
          </a:xfrm>
          <a:prstGeom prst="rect">
            <a:avLst/>
          </a:prstGeom>
          <a:solidFill>
            <a:srgbClr val="0041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A5D32700-82AA-E54D-82BC-AB72403F92E4}"/>
              </a:ext>
            </a:extLst>
          </p:cNvPr>
          <p:cNvSpPr txBox="1">
            <a:spLocks/>
          </p:cNvSpPr>
          <p:nvPr userDrawn="1"/>
        </p:nvSpPr>
        <p:spPr>
          <a:xfrm>
            <a:off x="8352506" y="0"/>
            <a:ext cx="464696" cy="509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MCI Univers 55 Roman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799862D-C377-0D42-9801-6814E04F309A}" type="slidenum">
              <a:rPr lang="de-DE" sz="900" b="1" i="0" smtClean="0">
                <a:solidFill>
                  <a:schemeClr val="bg1"/>
                </a:solidFill>
                <a:latin typeface="Univers Medium" panose="020B0603020202030204" pitchFamily="34" charset="0"/>
              </a:rPr>
              <a:pPr algn="ctr"/>
              <a:t>‹Nr.›</a:t>
            </a:fld>
            <a:endParaRPr lang="de-DE" sz="1000" b="1" i="0" dirty="0">
              <a:solidFill>
                <a:schemeClr val="bg1"/>
              </a:solidFill>
              <a:latin typeface="Univers Medium" panose="020B06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3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62" r:id="rId3"/>
    <p:sldLayoutId id="2147483671" r:id="rId4"/>
    <p:sldLayoutId id="2147483670" r:id="rId5"/>
    <p:sldLayoutId id="2147483663" r:id="rId6"/>
    <p:sldLayoutId id="2147483664" r:id="rId7"/>
    <p:sldLayoutId id="2147483672" r:id="rId8"/>
    <p:sldLayoutId id="2147483669" r:id="rId9"/>
    <p:sldLayoutId id="2147483667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800" b="1" i="0" kern="1200" dirty="0">
          <a:solidFill>
            <a:srgbClr val="00416E"/>
          </a:solidFill>
          <a:latin typeface="Univers" panose="020B060302020203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lang="de-DE" sz="2000" kern="1200" dirty="0">
          <a:solidFill>
            <a:schemeClr val="tx1"/>
          </a:solidFill>
          <a:latin typeface="Univers Medium" panose="020B060302020203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Univers Medium" panose="020B060302020203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Univers Medium" panose="020B060302020203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Univers Medium" panose="020B060302020203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C3896-1A2E-F643-AD02-A8ED95C15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3D - Rekonstruktion von Stereobildaufnahmen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67EF56-FACF-D8FA-DB1D-340117D0DF6F}"/>
              </a:ext>
            </a:extLst>
          </p:cNvPr>
          <p:cNvSpPr txBox="1"/>
          <p:nvPr/>
        </p:nvSpPr>
        <p:spPr>
          <a:xfrm>
            <a:off x="1591857" y="3203496"/>
            <a:ext cx="5960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Univers" panose="020B0603020202030204" pitchFamily="34" charset="0"/>
                <a:ea typeface="+mj-ea"/>
                <a:cs typeface="+mj-cs"/>
              </a:rPr>
              <a:t>Hannes Unterhuber | Benedikt </a:t>
            </a:r>
            <a:r>
              <a:rPr lang="de-DE" sz="1600" dirty="0" err="1">
                <a:solidFill>
                  <a:schemeClr val="bg1"/>
                </a:solidFill>
                <a:latin typeface="Univers" panose="020B0603020202030204" pitchFamily="34" charset="0"/>
                <a:ea typeface="+mj-ea"/>
                <a:cs typeface="+mj-cs"/>
              </a:rPr>
              <a:t>Reimeir</a:t>
            </a:r>
            <a:r>
              <a:rPr lang="de-DE" sz="1600" dirty="0">
                <a:solidFill>
                  <a:schemeClr val="bg1"/>
                </a:solidFill>
                <a:latin typeface="Univers" panose="020B0603020202030204" pitchFamily="34" charset="0"/>
                <a:ea typeface="+mj-ea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2234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704D185-C204-0F5E-9D2D-50FDABA3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</a:t>
            </a:r>
          </a:p>
        </p:txBody>
      </p:sp>
      <p:pic>
        <p:nvPicPr>
          <p:cNvPr id="1026" name="Picture 2" descr="Computer Vision: Stereo 3D Vision | Baeldung on Computer Science">
            <a:extLst>
              <a:ext uri="{FF2B5EF4-FFF2-40B4-BE49-F238E27FC236}">
                <a16:creationId xmlns:a16="http://schemas.microsoft.com/office/drawing/2014/main" id="{2D142EB9-92C2-1073-F3F3-3547661CC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57" y="1263804"/>
            <a:ext cx="7548486" cy="325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57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DAE30A4-0039-16A3-6A06-A2521AF8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Kalibrierung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6BAEFD-EDC9-F052-2806-617C90C3EE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957"/>
          <a:stretch/>
        </p:blipFill>
        <p:spPr>
          <a:xfrm>
            <a:off x="651135" y="1263804"/>
            <a:ext cx="2553715" cy="372468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C79C7EF-29B3-6E8E-2519-7A0A7CB0E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992" y="1263803"/>
            <a:ext cx="4694063" cy="200056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7C0C6D4-A7EC-118E-478D-53D9C6965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993" y="2987918"/>
            <a:ext cx="4694063" cy="200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8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8D3A73-0CFF-DCC9-CC2F-7F99F50C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Density </a:t>
            </a:r>
            <a:r>
              <a:rPr lang="de-DE" dirty="0" err="1"/>
              <a:t>Matching</a:t>
            </a:r>
            <a:r>
              <a:rPr lang="de-DE" dirty="0"/>
              <a:t> &amp; Disparität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24D945-4FDC-0C62-98A2-C17C8375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28" y="1235389"/>
            <a:ext cx="6954479" cy="201365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D5DA6A9-C2B9-06B6-3B1C-5E9D8F54D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28" y="3245270"/>
            <a:ext cx="6954479" cy="198255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2E20423-4736-9C3A-8501-B2808915565C}"/>
              </a:ext>
            </a:extLst>
          </p:cNvPr>
          <p:cNvSpPr txBox="1"/>
          <p:nvPr/>
        </p:nvSpPr>
        <p:spPr>
          <a:xfrm>
            <a:off x="7548664" y="2088005"/>
            <a:ext cx="1011677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</a:t>
            </a:r>
            <a:r>
              <a:rPr lang="de-DE" dirty="0" err="1"/>
              <a:t>Dirty</a:t>
            </a:r>
            <a:r>
              <a:rPr lang="de-DE" dirty="0"/>
              <a:t>“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E12EC0D-CA48-E279-F8BC-B2C5C0F94410}"/>
              </a:ext>
            </a:extLst>
          </p:cNvPr>
          <p:cNvSpPr txBox="1"/>
          <p:nvPr/>
        </p:nvSpPr>
        <p:spPr>
          <a:xfrm>
            <a:off x="7477328" y="4082337"/>
            <a:ext cx="1011677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„</a:t>
            </a:r>
            <a:r>
              <a:rPr lang="de-DE" dirty="0" err="1"/>
              <a:t>Cleaned</a:t>
            </a:r>
            <a:r>
              <a:rPr lang="de-DE" dirty="0"/>
              <a:t>“</a:t>
            </a:r>
          </a:p>
        </p:txBody>
      </p:sp>
      <p:sp>
        <p:nvSpPr>
          <p:cNvPr id="10" name="Pfeil: nach unten 9">
            <a:extLst>
              <a:ext uri="{FF2B5EF4-FFF2-40B4-BE49-F238E27FC236}">
                <a16:creationId xmlns:a16="http://schemas.microsoft.com/office/drawing/2014/main" id="{D3500E91-05D3-4345-1598-CF5DD4BEB003}"/>
              </a:ext>
            </a:extLst>
          </p:cNvPr>
          <p:cNvSpPr/>
          <p:nvPr/>
        </p:nvSpPr>
        <p:spPr>
          <a:xfrm>
            <a:off x="7733489" y="2627237"/>
            <a:ext cx="252919" cy="1186774"/>
          </a:xfrm>
          <a:prstGeom prst="downArrow">
            <a:avLst/>
          </a:prstGeom>
          <a:solidFill>
            <a:srgbClr val="0041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51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39DCE95-DE88-2C34-0A46-5C200CDE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Objekterkennung – „Normales“ YOLO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2F8585C-68CF-F82D-1192-3E5738F9E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83" y="1599650"/>
            <a:ext cx="7866434" cy="328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5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E92520C-66F2-13C1-6C58-742DA39C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Objekterkennung – Trainiertes YOLO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1B1C592-D3F9-1E35-BCA9-FC5B6F763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507" y="2127250"/>
            <a:ext cx="2572918" cy="213711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580A1C5-751A-689C-7DEB-7B9E4937F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92" y="1581150"/>
            <a:ext cx="2990850" cy="2990850"/>
          </a:xfrm>
          <a:prstGeom prst="rect">
            <a:avLst/>
          </a:prstGeom>
        </p:spPr>
      </p:pic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B04AB7AC-206C-963E-4E11-1D3B9BEB6855}"/>
              </a:ext>
            </a:extLst>
          </p:cNvPr>
          <p:cNvSpPr/>
          <p:nvPr/>
        </p:nvSpPr>
        <p:spPr>
          <a:xfrm>
            <a:off x="4317874" y="2857500"/>
            <a:ext cx="850900" cy="381000"/>
          </a:xfrm>
          <a:prstGeom prst="rightArrow">
            <a:avLst/>
          </a:prstGeom>
          <a:solidFill>
            <a:srgbClr val="0041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81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8B5FDB3-6DD4-36CA-B2F7-04A42629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84"/>
          <a:stretch/>
        </p:blipFill>
        <p:spPr>
          <a:xfrm>
            <a:off x="2443149" y="1263804"/>
            <a:ext cx="4257701" cy="4047498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21E9E91A-897D-52A3-E351-667D74C9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Punktwolke erzeugen</a:t>
            </a:r>
          </a:p>
        </p:txBody>
      </p:sp>
    </p:spTree>
    <p:extLst>
      <p:ext uri="{BB962C8B-B14F-4D97-AF65-F5344CB8AC3E}">
        <p14:creationId xmlns:p14="http://schemas.microsoft.com/office/powerpoint/2010/main" val="918487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oGif">
            <a:hlinkClick r:id="" action="ppaction://media"/>
            <a:extLst>
              <a:ext uri="{FF2B5EF4-FFF2-40B4-BE49-F238E27FC236}">
                <a16:creationId xmlns:a16="http://schemas.microsoft.com/office/drawing/2014/main" id="{6DB2F1FB-C2F8-5A3E-6701-59DF62A8F42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8839" y="823611"/>
            <a:ext cx="7153075" cy="4341519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C2F7B4E9-6AA4-5BEE-5076-B9D1C3CE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Interaktive Ausgabe mit Open3D</a:t>
            </a:r>
          </a:p>
        </p:txBody>
      </p:sp>
    </p:spTree>
    <p:extLst>
      <p:ext uri="{BB962C8B-B14F-4D97-AF65-F5344CB8AC3E}">
        <p14:creationId xmlns:p14="http://schemas.microsoft.com/office/powerpoint/2010/main" val="260156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</Words>
  <Application>Microsoft Office PowerPoint</Application>
  <PresentationFormat>Bildschirmpräsentation (16:10)</PresentationFormat>
  <Paragraphs>11</Paragraphs>
  <Slides>8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Univers</vt:lpstr>
      <vt:lpstr>Univers Medium</vt:lpstr>
      <vt:lpstr>Office</vt:lpstr>
      <vt:lpstr>3D - Rekonstruktion von Stereobildaufnahmen</vt:lpstr>
      <vt:lpstr>Konzept</vt:lpstr>
      <vt:lpstr>Kalibrierung</vt:lpstr>
      <vt:lpstr>Density Matching &amp; Disparität</vt:lpstr>
      <vt:lpstr>Objekterkennung – „Normales“ YOLO</vt:lpstr>
      <vt:lpstr>Objekterkennung – Trainiertes YOLO</vt:lpstr>
      <vt:lpstr>Punktwolke erzeugen</vt:lpstr>
      <vt:lpstr>Interaktive Ausgabe mit Open3D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lastModifiedBy>Hannes Unterhuber</cp:lastModifiedBy>
  <cp:revision>48</cp:revision>
  <dcterms:created xsi:type="dcterms:W3CDTF">2020-05-08T06:59:06Z</dcterms:created>
  <dcterms:modified xsi:type="dcterms:W3CDTF">2026-06-17T13:21:15Z</dcterms:modified>
</cp:coreProperties>
</file>