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handoutMasterIdLst>
    <p:handoutMasterId r:id="rId12"/>
  </p:handoutMasterIdLst>
  <p:sldIdLst>
    <p:sldId id="257" r:id="rId2"/>
    <p:sldId id="258" r:id="rId3"/>
    <p:sldId id="265" r:id="rId4"/>
    <p:sldId id="259" r:id="rId5"/>
    <p:sldId id="260" r:id="rId6"/>
    <p:sldId id="261" r:id="rId7"/>
    <p:sldId id="262" r:id="rId8"/>
    <p:sldId id="263" r:id="rId9"/>
    <p:sldId id="264" r:id="rId10"/>
  </p:sldIdLst>
  <p:sldSz cx="9144000" cy="5715000" type="screen16x10"/>
  <p:notesSz cx="6858000" cy="9144000"/>
  <p:defaultTextStyle>
    <a:defPPr>
      <a:defRPr lang="de-DE"/>
    </a:defPPr>
    <a:lvl1pPr marL="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16E"/>
    <a:srgbClr val="FFFFFF"/>
    <a:srgbClr val="E87F2B"/>
    <a:srgbClr val="343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29" autoAdjust="0"/>
    <p:restoredTop sz="94672"/>
  </p:normalViewPr>
  <p:slideViewPr>
    <p:cSldViewPr snapToGrid="0" snapToObjects="1">
      <p:cViewPr>
        <p:scale>
          <a:sx n="119" d="100"/>
          <a:sy n="119" d="100"/>
        </p:scale>
        <p:origin x="-3" y="4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41" d="100"/>
          <a:sy n="141" d="100"/>
        </p:scale>
        <p:origin x="4168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B9BCDCB-4950-6B49-98F8-5163D868796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0413C4A-08E9-E043-992E-D38493A307E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1101536-F3C7-084C-BDD8-0D64C1E7339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CAC57A-EF17-CE46-94E4-322A8AC05D0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32845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C9F00C-EC20-3944-A0C7-901FF2210DE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de-DE"/>
              <a:t>Mastertextformat bearbeiten
Zweite Ebene
Dritte Ebene
Vierte Ebene
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52A83A-B71F-BC4B-BEFC-254C1BBE687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6043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640732"/>
            <a:ext cx="6858000" cy="93385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lnSpc>
                <a:spcPct val="100000"/>
              </a:lnSpc>
              <a:defRPr sz="3200" b="1" i="0">
                <a:solidFill>
                  <a:schemeClr val="bg1"/>
                </a:solidFill>
                <a:latin typeface="Univers" panose="020B0603020202030204" pitchFamily="34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9FB134B-2DD4-1F45-B80F-508018A549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470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verzeich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135" y="1371600"/>
            <a:ext cx="7548486" cy="3775869"/>
          </a:xfrm>
        </p:spPr>
        <p:txBody>
          <a:bodyPr/>
          <a:lstStyle>
            <a:lvl1pPr marL="457200" indent="-457200">
              <a:lnSpc>
                <a:spcPct val="100000"/>
              </a:lnSpc>
              <a:buFont typeface="+mj-lt"/>
              <a:buAutoNum type="arabicParenBoth"/>
              <a:defRPr sz="1800">
                <a:latin typeface="Univers Medium" panose="020B0603020202030204" pitchFamily="34" charset="0"/>
              </a:defRPr>
            </a:lvl1pPr>
            <a:lvl2pPr marL="342900" indent="0">
              <a:lnSpc>
                <a:spcPct val="100000"/>
              </a:lnSpc>
              <a:buFont typeface="+mj-lt"/>
              <a:buNone/>
              <a:defRPr>
                <a:latin typeface="Univers Medium" panose="020B0603020202030204" pitchFamily="34" charset="0"/>
              </a:defRPr>
            </a:lvl2pPr>
            <a:lvl3pPr marL="1028700" indent="-342900">
              <a:buFont typeface="+mj-lt"/>
              <a:buAutoNum type="arabicParenBoth"/>
              <a:defRPr sz="1600">
                <a:latin typeface="Univers Medium" panose="020B0603020202030204" pitchFamily="34" charset="0"/>
              </a:defRPr>
            </a:lvl3pPr>
            <a:lvl4pPr marL="1371600" indent="-342900">
              <a:buFont typeface="+mj-lt"/>
              <a:buAutoNum type="arabicParenBoth"/>
              <a:defRPr sz="1400">
                <a:latin typeface="Univers Medium" panose="020B0603020202030204" pitchFamily="34" charset="0"/>
              </a:defRPr>
            </a:lvl4pPr>
            <a:lvl5pPr marL="1371600" indent="0">
              <a:buNone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0"/>
            <a:r>
              <a:rPr lang="de-DE" dirty="0"/>
              <a:t>Mastertextformat bearbeiten</a:t>
            </a:r>
          </a:p>
          <a:p>
            <a:pPr lvl="0"/>
            <a:r>
              <a:rPr lang="de-DE" dirty="0"/>
              <a:t>Mastertextformat bearbeiten</a:t>
            </a:r>
          </a:p>
          <a:p>
            <a:pPr lvl="0"/>
            <a:r>
              <a:rPr lang="de-DE" dirty="0"/>
              <a:t>Mastertextformat bearbeiten</a:t>
            </a:r>
          </a:p>
          <a:p>
            <a:pPr lvl="0"/>
            <a:endParaRPr lang="de-DE" dirty="0"/>
          </a:p>
          <a:p>
            <a:pPr lvl="1"/>
            <a:endParaRPr lang="de-DE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9505196-EB78-E14F-863B-B4FC39B71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135" y="487179"/>
            <a:ext cx="7548485" cy="7766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rgbClr val="00416E"/>
                </a:solidFill>
                <a:latin typeface="Univers" panose="020B0603020202030204" pitchFamily="34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978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1135" y="487179"/>
            <a:ext cx="7548485" cy="7766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rgbClr val="00416E"/>
                </a:solidFill>
                <a:latin typeface="Univers" panose="020B0603020202030204" pitchFamily="34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135" y="1371600"/>
            <a:ext cx="7548486" cy="377586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latin typeface="Univers Medium" panose="020B060302020203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889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135" y="974362"/>
            <a:ext cx="7548486" cy="417310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latin typeface="Univers Medium" panose="020B060302020203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6485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Aufzäh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135" y="1371600"/>
            <a:ext cx="7548486" cy="3775869"/>
          </a:xfrm>
        </p:spPr>
        <p:txBody>
          <a:bodyPr/>
          <a:lstStyle>
            <a:lvl1pPr>
              <a:lnSpc>
                <a:spcPct val="100000"/>
              </a:lnSpc>
              <a:defRPr sz="2000">
                <a:latin typeface="Univers Medium" panose="020B0603020202030204" pitchFamily="34" charset="0"/>
              </a:defRPr>
            </a:lvl1pPr>
            <a:lvl2pPr>
              <a:lnSpc>
                <a:spcPct val="100000"/>
              </a:lnSpc>
              <a:defRPr sz="1800">
                <a:latin typeface="Univers Medium" panose="020B0603020202030204" pitchFamily="34" charset="0"/>
              </a:defRPr>
            </a:lvl2pPr>
            <a:lvl3pPr>
              <a:lnSpc>
                <a:spcPct val="100000"/>
              </a:lnSpc>
              <a:defRPr sz="1600">
                <a:latin typeface="Univers Medium" panose="020B0603020202030204" pitchFamily="34" charset="0"/>
              </a:defRPr>
            </a:lvl3pPr>
            <a:lvl4pPr>
              <a:lnSpc>
                <a:spcPct val="100000"/>
              </a:lnSpc>
              <a:defRPr sz="1400">
                <a:latin typeface="Univers Medium" panose="020B0603020202030204" pitchFamily="34" charset="0"/>
              </a:defRPr>
            </a:lvl4pPr>
            <a:lvl5pPr marL="1371600" indent="0">
              <a:buNone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9505196-EB78-E14F-863B-B4FC39B71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135" y="487179"/>
            <a:ext cx="7548485" cy="7766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rgbClr val="00416E"/>
                </a:solidFill>
                <a:latin typeface="Univers" panose="020B0603020202030204" pitchFamily="34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012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EEBC8623-86FF-6B42-8AF5-CAD078CB1A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10819"/>
          <a:stretch/>
        </p:blipFill>
        <p:spPr>
          <a:xfrm>
            <a:off x="0" y="0"/>
            <a:ext cx="8154649" cy="5715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8858" y="1732077"/>
            <a:ext cx="7886700" cy="2377281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>
                <a:solidFill>
                  <a:srgbClr val="00416E"/>
                </a:solidFill>
                <a:latin typeface="Univers Medium" panose="020B0603020202030204" pitchFamily="34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858" y="4131848"/>
            <a:ext cx="7886700" cy="799916"/>
          </a:xfrm>
        </p:spPr>
        <p:txBody>
          <a:bodyPr/>
          <a:lstStyle>
            <a:lvl1pPr marL="0" indent="0">
              <a:buNone/>
              <a:defRPr sz="1800">
                <a:solidFill>
                  <a:srgbClr val="343433"/>
                </a:solidFill>
                <a:latin typeface="Univers Medium" panose="020B060302020203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dirty="0"/>
              <a:t>Mastertextformat bearbeiten</a:t>
            </a:r>
            <a:endParaRPr lang="en-US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B40283F-122A-F74E-9A63-86F4FF752016}"/>
              </a:ext>
            </a:extLst>
          </p:cNvPr>
          <p:cNvSpPr/>
          <p:nvPr userDrawn="1"/>
        </p:nvSpPr>
        <p:spPr>
          <a:xfrm>
            <a:off x="7967272" y="5156616"/>
            <a:ext cx="1176728" cy="5583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129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1135" y="1371600"/>
            <a:ext cx="3681022" cy="3775869"/>
          </a:xfrm>
        </p:spPr>
        <p:txBody>
          <a:bodyPr/>
          <a:lstStyle>
            <a:lvl1pPr>
              <a:lnSpc>
                <a:spcPct val="100000"/>
              </a:lnSpc>
              <a:defRPr sz="2000">
                <a:latin typeface="Univers Medium" panose="020B0603020202030204" pitchFamily="34" charset="0"/>
              </a:defRPr>
            </a:lvl1pPr>
            <a:lvl2pPr>
              <a:lnSpc>
                <a:spcPct val="100000"/>
              </a:lnSpc>
              <a:defRPr>
                <a:latin typeface="Univers Medium" panose="020B0603020202030204" pitchFamily="34" charset="0"/>
              </a:defRPr>
            </a:lvl2pPr>
            <a:lvl3pPr>
              <a:lnSpc>
                <a:spcPct val="100000"/>
              </a:lnSpc>
              <a:defRPr sz="1600">
                <a:latin typeface="Univers Medium" panose="020B0603020202030204" pitchFamily="34" charset="0"/>
              </a:defRPr>
            </a:lvl3pPr>
            <a:lvl4pPr>
              <a:lnSpc>
                <a:spcPct val="100000"/>
              </a:lnSpc>
              <a:defRPr sz="1400">
                <a:latin typeface="Univers Medium" panose="020B0603020202030204" pitchFamily="34" charset="0"/>
              </a:defRPr>
            </a:lvl4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18597" y="1371600"/>
            <a:ext cx="3681023" cy="3775869"/>
          </a:xfrm>
        </p:spPr>
        <p:txBody>
          <a:bodyPr/>
          <a:lstStyle>
            <a:lvl1pPr>
              <a:lnSpc>
                <a:spcPct val="100000"/>
              </a:lnSpc>
              <a:defRPr sz="2000">
                <a:latin typeface="Univers Medium" panose="020B0603020202030204" pitchFamily="34" charset="0"/>
              </a:defRPr>
            </a:lvl1pPr>
            <a:lvl2pPr>
              <a:lnSpc>
                <a:spcPct val="100000"/>
              </a:lnSpc>
              <a:defRPr>
                <a:latin typeface="Univers Medium" panose="020B0603020202030204" pitchFamily="34" charset="0"/>
              </a:defRPr>
            </a:lvl2pPr>
            <a:lvl3pPr>
              <a:lnSpc>
                <a:spcPct val="100000"/>
              </a:lnSpc>
              <a:defRPr sz="1600">
                <a:latin typeface="Univers Medium" panose="020B0603020202030204" pitchFamily="34" charset="0"/>
              </a:defRPr>
            </a:lvl3pPr>
            <a:lvl4pPr>
              <a:lnSpc>
                <a:spcPct val="100000"/>
              </a:lnSpc>
              <a:defRPr sz="1400">
                <a:latin typeface="Univers Medium" panose="020B0603020202030204" pitchFamily="34" charset="0"/>
              </a:defRPr>
            </a:lvl4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4EA033B-3A84-D942-8AD2-87EB2BB6F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135" y="487179"/>
            <a:ext cx="7548485" cy="7766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rgbClr val="00416E"/>
                </a:solidFill>
                <a:latin typeface="Univers" panose="020B0603020202030204" pitchFamily="34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908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1135" y="1371599"/>
            <a:ext cx="7548486" cy="377587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latin typeface="Univers Medium" panose="020B0603020202030204" pitchFamily="34" charset="0"/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EC2A250-38A2-BB42-A93A-B5F4722C8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135" y="487179"/>
            <a:ext cx="7548485" cy="7766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rgbClr val="00416E"/>
                </a:solidFill>
                <a:latin typeface="Univers" panose="020B0603020202030204" pitchFamily="34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927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Erklärung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10067" y="1371599"/>
            <a:ext cx="4489554" cy="3775870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latin typeface="Univers Medium" panose="020B0603020202030204" pitchFamily="34" charset="0"/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135" y="1371600"/>
            <a:ext cx="2927884" cy="377586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latin typeface="Univers Medium" panose="020B0603020202030204" pitchFamily="34" charset="0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 dirty="0"/>
              <a:t>Mastertextformat bearbeiten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EC2A250-38A2-BB42-A93A-B5F4722C8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135" y="487179"/>
            <a:ext cx="7548485" cy="7766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rgbClr val="00416E"/>
                </a:solidFill>
                <a:latin typeface="Univers" panose="020B0603020202030204" pitchFamily="34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989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76AF88E-123A-AE41-993D-62D14AFBA04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846945" y="524656"/>
            <a:ext cx="3530183" cy="1986198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latin typeface="Univers Medium" panose="020B0603020202030204" pitchFamily="34" charset="0"/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2A9A1BA7-475E-A041-A84D-CEC7D9EC94B2}"/>
              </a:ext>
            </a:extLst>
          </p:cNvPr>
          <p:cNvSpPr>
            <a:spLocks noGrp="1" noChangeAspect="1"/>
          </p:cNvSpPr>
          <p:nvPr>
            <p:ph type="pic" idx="10"/>
          </p:nvPr>
        </p:nvSpPr>
        <p:spPr>
          <a:xfrm>
            <a:off x="846945" y="2953062"/>
            <a:ext cx="3530183" cy="1986198"/>
          </a:xfrm>
        </p:spPr>
        <p:txBody>
          <a:bodyPr anchor="t">
            <a:normAutofit/>
          </a:bodyPr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Univers Medium" panose="020B0603020202030204" pitchFamily="34" charset="0"/>
                <a:ea typeface="+mn-ea"/>
                <a:cs typeface="+mn-cs"/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473E15AC-5851-6B46-A818-10CB13395ECC}"/>
              </a:ext>
            </a:extLst>
          </p:cNvPr>
          <p:cNvSpPr>
            <a:spLocks noGrp="1" noChangeAspect="1"/>
          </p:cNvSpPr>
          <p:nvPr>
            <p:ph type="pic" idx="11"/>
          </p:nvPr>
        </p:nvSpPr>
        <p:spPr>
          <a:xfrm>
            <a:off x="4609475" y="524656"/>
            <a:ext cx="3530183" cy="1986198"/>
          </a:xfrm>
        </p:spPr>
        <p:txBody>
          <a:bodyPr anchor="t">
            <a:normAutofit/>
          </a:bodyPr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Univers Medium" panose="020B0603020202030204" pitchFamily="34" charset="0"/>
                <a:ea typeface="+mn-ea"/>
                <a:cs typeface="+mn-cs"/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E32622BB-150B-8141-B892-686B4BC682DC}"/>
              </a:ext>
            </a:extLst>
          </p:cNvPr>
          <p:cNvSpPr>
            <a:spLocks noGrp="1" noChangeAspect="1"/>
          </p:cNvSpPr>
          <p:nvPr>
            <p:ph type="pic" idx="12"/>
          </p:nvPr>
        </p:nvSpPr>
        <p:spPr>
          <a:xfrm>
            <a:off x="4609475" y="2953062"/>
            <a:ext cx="3530183" cy="1986198"/>
          </a:xfrm>
        </p:spPr>
        <p:txBody>
          <a:bodyPr anchor="t">
            <a:normAutofit/>
          </a:bodyPr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Univers Medium" panose="020B0603020202030204" pitchFamily="34" charset="0"/>
                <a:ea typeface="+mn-ea"/>
                <a:cs typeface="+mn-cs"/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3FEDD9A-BCAD-8944-BEE5-AC8452EDA3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6944" y="2600791"/>
            <a:ext cx="3530183" cy="269823"/>
          </a:xfrm>
        </p:spPr>
        <p:txBody>
          <a:bodyPr anchor="ctr">
            <a:normAutofit/>
          </a:bodyPr>
          <a:lstStyle>
            <a:lvl1pPr marL="0" indent="0">
              <a:buNone/>
              <a:defRPr sz="1100">
                <a:solidFill>
                  <a:srgbClr val="343433"/>
                </a:solidFill>
                <a:latin typeface="Univers Medium" panose="020B0603020202030204" pitchFamily="34" charset="0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 dirty="0"/>
              <a:t>Mastertextformat bearbeiten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24ADF0B0-F526-4D44-BB00-2354E38BB7D2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4609474" y="2600791"/>
            <a:ext cx="3530183" cy="269823"/>
          </a:xfrm>
        </p:spPr>
        <p:txBody>
          <a:bodyPr anchor="ctr">
            <a:normAutofit/>
          </a:bodyPr>
          <a:lstStyle>
            <a:lvl1pPr marL="0" indent="0">
              <a:buNone/>
              <a:defRPr sz="1100">
                <a:solidFill>
                  <a:srgbClr val="343433"/>
                </a:solidFill>
                <a:latin typeface="Univers Medium" panose="020B0603020202030204" pitchFamily="34" charset="0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 dirty="0"/>
              <a:t>Mastertextformat bearbeiten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7B1673F-F170-AF41-B3E2-EF14B2A8A90E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846944" y="5021708"/>
            <a:ext cx="3530183" cy="269823"/>
          </a:xfrm>
        </p:spPr>
        <p:txBody>
          <a:bodyPr anchor="ctr">
            <a:normAutofit/>
          </a:bodyPr>
          <a:lstStyle>
            <a:lvl1pPr marL="0" indent="0">
              <a:buNone/>
              <a:defRPr sz="1100">
                <a:solidFill>
                  <a:srgbClr val="343433"/>
                </a:solidFill>
                <a:latin typeface="Univers Medium" panose="020B0603020202030204" pitchFamily="34" charset="0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 dirty="0"/>
              <a:t>Mastertextformat bearbeiten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507E694-DBB1-1947-A92C-9F88E5C984A2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4609474" y="5021708"/>
            <a:ext cx="3530183" cy="269823"/>
          </a:xfrm>
        </p:spPr>
        <p:txBody>
          <a:bodyPr anchor="ctr">
            <a:normAutofit/>
          </a:bodyPr>
          <a:lstStyle>
            <a:lvl1pPr marL="0" indent="0">
              <a:buNone/>
              <a:defRPr sz="1100">
                <a:solidFill>
                  <a:srgbClr val="343433"/>
                </a:solidFill>
                <a:latin typeface="Univers Medium" panose="020B0603020202030204" pitchFamily="34" charset="0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 dirty="0"/>
              <a:t>Mastertextformat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849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5DCECD2D-354A-214A-82A8-85822346FCE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0"/>
            <a:ext cx="9144000" cy="57150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1C408DB9-427D-6C4F-9A3C-FF6D04D4987C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0"/>
            <a:ext cx="9144000" cy="5715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700372E-F62A-1F44-856C-792DF25EBEF5}"/>
              </a:ext>
            </a:extLst>
          </p:cNvPr>
          <p:cNvSpPr/>
          <p:nvPr userDrawn="1"/>
        </p:nvSpPr>
        <p:spPr>
          <a:xfrm flipH="1">
            <a:off x="8336111" y="0"/>
            <a:ext cx="487180" cy="509666"/>
          </a:xfrm>
          <a:prstGeom prst="rect">
            <a:avLst/>
          </a:prstGeom>
          <a:solidFill>
            <a:srgbClr val="0041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Foliennummernplatzhalter 5">
            <a:extLst>
              <a:ext uri="{FF2B5EF4-FFF2-40B4-BE49-F238E27FC236}">
                <a16:creationId xmlns:a16="http://schemas.microsoft.com/office/drawing/2014/main" id="{A5D32700-82AA-E54D-82BC-AB72403F92E4}"/>
              </a:ext>
            </a:extLst>
          </p:cNvPr>
          <p:cNvSpPr txBox="1">
            <a:spLocks/>
          </p:cNvSpPr>
          <p:nvPr userDrawn="1"/>
        </p:nvSpPr>
        <p:spPr>
          <a:xfrm>
            <a:off x="8352506" y="0"/>
            <a:ext cx="464696" cy="509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050" kern="1200">
                <a:solidFill>
                  <a:schemeClr val="tx1"/>
                </a:solidFill>
                <a:latin typeface="MCI Univers 55 Roman" panose="020B0603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7799862D-C377-0D42-9801-6814E04F309A}" type="slidenum">
              <a:rPr lang="de-DE" sz="900" b="1" i="0" smtClean="0">
                <a:solidFill>
                  <a:schemeClr val="bg1"/>
                </a:solidFill>
                <a:latin typeface="Univers Medium" panose="020B0603020202030204" pitchFamily="34" charset="0"/>
              </a:rPr>
              <a:pPr algn="ctr"/>
              <a:t>‹#›</a:t>
            </a:fld>
            <a:endParaRPr lang="de-DE" sz="1000" b="1" i="0" dirty="0">
              <a:solidFill>
                <a:schemeClr val="bg1"/>
              </a:solidFill>
              <a:latin typeface="Univers Medium" panose="020B0603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493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3" r:id="rId2"/>
    <p:sldLayoutId id="2147483662" r:id="rId3"/>
    <p:sldLayoutId id="2147483671" r:id="rId4"/>
    <p:sldLayoutId id="2147483670" r:id="rId5"/>
    <p:sldLayoutId id="2147483663" r:id="rId6"/>
    <p:sldLayoutId id="2147483664" r:id="rId7"/>
    <p:sldLayoutId id="2147483672" r:id="rId8"/>
    <p:sldLayoutId id="2147483669" r:id="rId9"/>
    <p:sldLayoutId id="2147483667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lang="en-US" sz="2800" b="1" i="0" kern="1200" dirty="0">
          <a:solidFill>
            <a:srgbClr val="00416E"/>
          </a:solidFill>
          <a:latin typeface="Univers" panose="020B0603020202030204" pitchFamily="34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Font typeface="Arial" panose="020B0604020202020204" pitchFamily="34" charset="0"/>
        <a:buChar char="•"/>
        <a:defRPr lang="de-DE" sz="2000" kern="1200" dirty="0">
          <a:solidFill>
            <a:schemeClr val="tx1"/>
          </a:solidFill>
          <a:latin typeface="Univers Medium" panose="020B0603020202030204" pitchFamily="34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lang="de-DE" sz="1800" kern="1200" dirty="0">
          <a:solidFill>
            <a:schemeClr val="tx1"/>
          </a:solidFill>
          <a:latin typeface="Univers Medium" panose="020B0603020202030204" pitchFamily="34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lang="de-DE" sz="1600" kern="1200" dirty="0">
          <a:solidFill>
            <a:schemeClr val="tx1"/>
          </a:solidFill>
          <a:latin typeface="Univers Medium" panose="020B0603020202030204" pitchFamily="34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lang="de-DE" sz="1400" kern="1200" dirty="0">
          <a:solidFill>
            <a:schemeClr val="tx1"/>
          </a:solidFill>
          <a:latin typeface="Univers Medium" panose="020B0603020202030204" pitchFamily="34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0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C3896-1A2E-F643-AD02-A8ED95C159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3D - Rekonstruktion von Stereobildaufnahmen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67EF56-FACF-D8FA-DB1D-340117D0DF6F}"/>
              </a:ext>
            </a:extLst>
          </p:cNvPr>
          <p:cNvSpPr txBox="1"/>
          <p:nvPr/>
        </p:nvSpPr>
        <p:spPr>
          <a:xfrm>
            <a:off x="1591857" y="3203496"/>
            <a:ext cx="59602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Univers" panose="020B0603020202030204" pitchFamily="34" charset="0"/>
                <a:ea typeface="+mj-ea"/>
                <a:cs typeface="+mj-cs"/>
              </a:rPr>
              <a:t>Hannes Unterhuber | Benedikt </a:t>
            </a:r>
            <a:r>
              <a:rPr lang="de-DE" sz="1600" dirty="0" err="1">
                <a:solidFill>
                  <a:schemeClr val="bg1"/>
                </a:solidFill>
                <a:latin typeface="Univers" panose="020B0603020202030204" pitchFamily="34" charset="0"/>
                <a:ea typeface="+mj-ea"/>
                <a:cs typeface="+mj-cs"/>
              </a:rPr>
              <a:t>Reimeir</a:t>
            </a:r>
            <a:r>
              <a:rPr lang="de-DE" sz="1600" dirty="0">
                <a:solidFill>
                  <a:schemeClr val="bg1"/>
                </a:solidFill>
                <a:latin typeface="Univers" panose="020B0603020202030204" pitchFamily="34" charset="0"/>
                <a:ea typeface="+mj-ea"/>
                <a:cs typeface="+mj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62234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D704D185-C204-0F5E-9D2D-50FDABA30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</a:t>
            </a:r>
          </a:p>
        </p:txBody>
      </p:sp>
      <p:pic>
        <p:nvPicPr>
          <p:cNvPr id="1026" name="Picture 2" descr="Computer Vision: Stereo 3D Vision | Baeldung on Computer Science">
            <a:extLst>
              <a:ext uri="{FF2B5EF4-FFF2-40B4-BE49-F238E27FC236}">
                <a16:creationId xmlns:a16="http://schemas.microsoft.com/office/drawing/2014/main" id="{2D142EB9-92C2-1073-F3F3-3547661CC4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757" y="1263804"/>
            <a:ext cx="7548486" cy="3255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3570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CC344A5-C168-62D5-D0BD-711DC68395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de-AT" dirty="0"/>
              </a:p>
              <a:p>
                <a:pPr marL="0" indent="0">
                  <a:buNone/>
                </a:pPr>
                <a:r>
                  <a:rPr lang="de-AT" sz="2400" b="1" dirty="0"/>
                  <a:t>Disparität​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de-AT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AT" sz="24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de-AT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A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AT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A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de-AT" sz="2400" dirty="0"/>
              </a:p>
              <a:p>
                <a:pPr marL="0" indent="0">
                  <a:buNone/>
                </a:pPr>
                <a:r>
                  <a:rPr lang="de-AT" sz="2400" b="1" dirty="0"/>
                  <a:t>Tiefenberechnung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de-AT" sz="2800" i="1"/>
                      <m:t>𝑍</m:t>
                    </m:r>
                    <m:r>
                      <a:rPr lang="de-AT" sz="2800"/>
                      <m:t>=</m:t>
                    </m:r>
                    <m:f>
                      <m:fPr>
                        <m:ctrlPr>
                          <a:rPr lang="de-AT" sz="2800" i="1"/>
                        </m:ctrlPr>
                      </m:fPr>
                      <m:num>
                        <m:r>
                          <a:rPr lang="de-AT" sz="2800" i="1"/>
                          <m:t>𝑓</m:t>
                        </m:r>
                        <m:r>
                          <a:rPr lang="de-AT" sz="2800"/>
                          <m:t>⋅</m:t>
                        </m:r>
                        <m:r>
                          <a:rPr lang="de-AT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de-AT" sz="2800" i="1"/>
                          <m:t>𝑑</m:t>
                        </m:r>
                      </m:den>
                    </m:f>
                  </m:oMath>
                </a14:m>
                <a:endParaRPr lang="de-AT" sz="2400" dirty="0"/>
              </a:p>
              <a:p>
                <a:endParaRPr lang="de-AT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CC344A5-C168-62D5-D0BD-711DC68395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92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7DA4405-D31E-6467-E499-B061E72F6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Konzept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BAFB8B-00B7-E295-DFC6-5E25B67F1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0176" y="1512070"/>
            <a:ext cx="5133824" cy="2690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52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DDAE30A4-0039-16A3-6A06-A2521AF8B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Kalibrierung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A6BAEFD-EDC9-F052-2806-617C90C3EE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7957"/>
          <a:stretch/>
        </p:blipFill>
        <p:spPr>
          <a:xfrm>
            <a:off x="651135" y="1263804"/>
            <a:ext cx="2553715" cy="372468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0C79C7EF-29B3-6E8E-2519-7A0A7CB0E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992" y="1263803"/>
            <a:ext cx="4694063" cy="2000565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E7C0C6D4-A7EC-118E-478D-53D9C6965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993" y="2987918"/>
            <a:ext cx="4694063" cy="2000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788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8D3A73-0CFF-DCC9-CC2F-7F99F50CF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Density </a:t>
            </a:r>
            <a:r>
              <a:rPr lang="de-DE" dirty="0" err="1"/>
              <a:t>Matching</a:t>
            </a:r>
            <a:r>
              <a:rPr lang="de-DE" dirty="0"/>
              <a:t> &amp; Disparität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724D945-4FDC-0C62-98A2-C17C8375D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28" y="1235389"/>
            <a:ext cx="6954479" cy="201365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D5DA6A9-C2B9-06B6-3B1C-5E9D8F54D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28" y="3245270"/>
            <a:ext cx="6954479" cy="198255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32E20423-4736-9C3A-8501-B2808915565C}"/>
              </a:ext>
            </a:extLst>
          </p:cNvPr>
          <p:cNvSpPr txBox="1"/>
          <p:nvPr/>
        </p:nvSpPr>
        <p:spPr>
          <a:xfrm>
            <a:off x="7548664" y="2088005"/>
            <a:ext cx="1011677" cy="308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„</a:t>
            </a:r>
            <a:r>
              <a:rPr lang="de-DE" dirty="0" err="1"/>
              <a:t>Dirty</a:t>
            </a:r>
            <a:r>
              <a:rPr lang="de-DE" dirty="0"/>
              <a:t>“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E12EC0D-CA48-E279-F8BC-B2C5C0F94410}"/>
              </a:ext>
            </a:extLst>
          </p:cNvPr>
          <p:cNvSpPr txBox="1"/>
          <p:nvPr/>
        </p:nvSpPr>
        <p:spPr>
          <a:xfrm>
            <a:off x="7477328" y="4082337"/>
            <a:ext cx="1011677" cy="308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„</a:t>
            </a:r>
            <a:r>
              <a:rPr lang="de-DE" dirty="0" err="1"/>
              <a:t>Cleaned</a:t>
            </a:r>
            <a:r>
              <a:rPr lang="de-DE" dirty="0"/>
              <a:t>“</a:t>
            </a:r>
          </a:p>
        </p:txBody>
      </p:sp>
      <p:sp>
        <p:nvSpPr>
          <p:cNvPr id="10" name="Pfeil: nach unten 9">
            <a:extLst>
              <a:ext uri="{FF2B5EF4-FFF2-40B4-BE49-F238E27FC236}">
                <a16:creationId xmlns:a16="http://schemas.microsoft.com/office/drawing/2014/main" id="{D3500E91-05D3-4345-1598-CF5DD4BEB003}"/>
              </a:ext>
            </a:extLst>
          </p:cNvPr>
          <p:cNvSpPr/>
          <p:nvPr/>
        </p:nvSpPr>
        <p:spPr>
          <a:xfrm>
            <a:off x="7733489" y="2627237"/>
            <a:ext cx="252919" cy="1186774"/>
          </a:xfrm>
          <a:prstGeom prst="downArrow">
            <a:avLst/>
          </a:prstGeom>
          <a:solidFill>
            <a:srgbClr val="00416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05162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39DCE95-DE88-2C34-0A46-5C200CDEB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Objekterkennung – „Normales“ YOLO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2F8585C-68CF-F82D-1192-3E5738F9E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83" y="1599650"/>
            <a:ext cx="7866434" cy="3282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650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DE92520C-66F2-13C1-6C58-742DA39C1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Objekterkennung – Trainiertes YOLO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1B1C592-D3F9-1E35-BCA9-FC5B6F763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507" y="2127250"/>
            <a:ext cx="2572918" cy="213711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580A1C5-751A-689C-7DEB-7B9E4937F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292" y="1581150"/>
            <a:ext cx="2990850" cy="2990850"/>
          </a:xfrm>
          <a:prstGeom prst="rect">
            <a:avLst/>
          </a:prstGeom>
        </p:spPr>
      </p:pic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B04AB7AC-206C-963E-4E11-1D3B9BEB6855}"/>
              </a:ext>
            </a:extLst>
          </p:cNvPr>
          <p:cNvSpPr/>
          <p:nvPr/>
        </p:nvSpPr>
        <p:spPr>
          <a:xfrm>
            <a:off x="4317874" y="2857500"/>
            <a:ext cx="850900" cy="381000"/>
          </a:xfrm>
          <a:prstGeom prst="rightArrow">
            <a:avLst/>
          </a:prstGeom>
          <a:solidFill>
            <a:srgbClr val="00416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9819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28B5FDB3-6DD4-36CA-B2F7-04A42629E5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584"/>
          <a:stretch/>
        </p:blipFill>
        <p:spPr>
          <a:xfrm>
            <a:off x="2443149" y="1263804"/>
            <a:ext cx="4257701" cy="4047498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21E9E91A-897D-52A3-E351-667D74C9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Punktwolke erzeugen</a:t>
            </a:r>
          </a:p>
        </p:txBody>
      </p:sp>
    </p:spTree>
    <p:extLst>
      <p:ext uri="{BB962C8B-B14F-4D97-AF65-F5344CB8AC3E}">
        <p14:creationId xmlns:p14="http://schemas.microsoft.com/office/powerpoint/2010/main" val="918487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toGif">
            <a:hlinkClick r:id="" action="ppaction://media"/>
            <a:extLst>
              <a:ext uri="{FF2B5EF4-FFF2-40B4-BE49-F238E27FC236}">
                <a16:creationId xmlns:a16="http://schemas.microsoft.com/office/drawing/2014/main" id="{6DB2F1FB-C2F8-5A3E-6701-59DF62A8F42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48839" y="823611"/>
            <a:ext cx="7153075" cy="4341519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C2F7B4E9-6AA4-5BEE-5076-B9D1C3CE7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Interaktive Ausgabe mit Open3D</a:t>
            </a:r>
          </a:p>
        </p:txBody>
      </p:sp>
    </p:spTree>
    <p:extLst>
      <p:ext uri="{BB962C8B-B14F-4D97-AF65-F5344CB8AC3E}">
        <p14:creationId xmlns:p14="http://schemas.microsoft.com/office/powerpoint/2010/main" val="260156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3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51</Words>
  <Application>Microsoft Office PowerPoint</Application>
  <PresentationFormat>On-screen Show (16:10)</PresentationFormat>
  <Paragraphs>17</Paragraphs>
  <Slides>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Cambria Math</vt:lpstr>
      <vt:lpstr>Univers</vt:lpstr>
      <vt:lpstr>Univers Medium</vt:lpstr>
      <vt:lpstr>Office</vt:lpstr>
      <vt:lpstr>3D - Rekonstruktion von Stereobildaufnahmen</vt:lpstr>
      <vt:lpstr>Konzept</vt:lpstr>
      <vt:lpstr>Konzept</vt:lpstr>
      <vt:lpstr>Kalibrierung</vt:lpstr>
      <vt:lpstr>Density Matching &amp; Disparität</vt:lpstr>
      <vt:lpstr>Objekterkennung – „Normales“ YOLO</vt:lpstr>
      <vt:lpstr>Objekterkennung – Trainiertes YOLO</vt:lpstr>
      <vt:lpstr>Punktwolke erzeugen</vt:lpstr>
      <vt:lpstr>Interaktive Ausgabe mit Open3D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Microsoft Office User</dc:creator>
  <cp:lastModifiedBy>Benedikt Reimeir</cp:lastModifiedBy>
  <cp:revision>49</cp:revision>
  <dcterms:created xsi:type="dcterms:W3CDTF">2020-05-08T06:59:06Z</dcterms:created>
  <dcterms:modified xsi:type="dcterms:W3CDTF">2026-06-22T06:59:27Z</dcterms:modified>
</cp:coreProperties>
</file>